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361E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146304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Introducing onehealthapp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725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the future of healthcare in India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Revolutionizing health for a brighter tomorrow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 Team: akashsai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SRKR Engineering College (A) | Biz Vision Demo Day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515600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3505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5451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7396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8369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9342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0315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1288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2260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1/12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Millions of Indian Students Lack Access to Quality Education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949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  10+ million students struggle to access quality educational resources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  Significant gap in academic performance and future opportunities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  Lack of affordable and accessible solutions tailored to the Indian 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1280160"/>
            <a:ext cx="4023360" cy="40233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0" y="137160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 10 million students in India are missing out on quality education, and we're determined to change that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54406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existing education system fails to provide equal opportunities to students from all backgrounds, resulting in a huge gap in academic performance and future prospects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51560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3505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451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6424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7396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8369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9342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0315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2260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2/12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Revolutionizing Recycling with EcoCycle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949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 Connects households with local recycling centers for easy waste disposal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 Uses AI-powered technology for efficient sorting and management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  Rewards users for responsible recycling practices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1280160"/>
            <a:ext cx="4023360" cy="40233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0" y="137160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Empowering millions of Indians to recycle responsibly and make a lasting impact on the environment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54406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platform aims to significantly reduce India's environmental footprint and create a cleaner, greener future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51560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35056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451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6424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7396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8369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9342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0315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2260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3/12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DEMO / HOW IT 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Unlocking India's Academic Potential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743200" cy="109728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and create a profile to access our curated library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43200" cy="3474720"/>
          </a:xfrm>
          <a:prstGeom prst="rect">
            <a:avLst/>
          </a:prstGeom>
          <a:solidFill>
            <a:srgbClr val="4361EE"/>
          </a:solidFill>
          <a:ln/>
          <a:effectLst>
            <a:outerShdw sx="100000" sy="100000" kx="0" ky="0" algn="bl" rotWithShape="0" blurRad="76200" dist="381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2743200" cy="109728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learning platform with AI-powered mentorship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17320"/>
            <a:ext cx="2743200" cy="109728"/>
          </a:xfrm>
          <a:prstGeom prst="rect">
            <a:avLst/>
          </a:prstGeom>
          <a:solidFill>
            <a:srgbClr val="F72585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Peer-to-peer networking for a holistic learning experience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51206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95% of beta testers reported improved academic performance with EduConnect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51560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2532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3505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44784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5451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7396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8369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9342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50315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1288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2260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4/12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725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Unlocking India's $10 Billion Ed-Tech Market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737360" y="1737360"/>
            <a:ext cx="2926080" cy="2926080"/>
          </a:xfrm>
          <a:prstGeom prst="ellipse">
            <a:avLst/>
          </a:prstGeom>
          <a:ln w="1524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2971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2286000"/>
            <a:ext cx="2194560" cy="2194560"/>
          </a:xfrm>
          <a:prstGeom prst="ellipse">
            <a:avLst/>
          </a:prstGeom>
          <a:ln w="152400">
            <a:solidFill>
              <a:srgbClr val="4361EE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61EE"/>
                </a:solidFill>
              </a:rPr>
              <a:t>SAM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834640"/>
            <a:ext cx="1463040" cy="1463040"/>
          </a:xfrm>
          <a:prstGeom prst="ellipse">
            <a:avLst/>
          </a:prstGeom>
          <a:ln w="152400">
            <a:solidFill>
              <a:srgbClr val="F72585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2585"/>
                </a:solidFill>
              </a:rPr>
              <a:t>SOM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32588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📊  300 million students in India's education sector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📊  ₹500 crores target market in India alone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📊  Tier-2 and tier-3 cities with limited access to quality education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612648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Indian ed-tech market to reach $10 billion by 2025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51560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2532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3505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4478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54512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6424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7396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8369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9342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0315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1288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2260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5/12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Revenue Streams for Sustainable Growth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749040" cy="17373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Freemium model with basic services for free and premium features for ₹499/month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325880"/>
            <a:ext cx="3749040" cy="1737360"/>
          </a:xfrm>
          <a:prstGeom prst="rect">
            <a:avLst/>
          </a:prstGeom>
          <a:solidFill>
            <a:srgbClr val="4361EE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Affiliate partnerships with local Indian businesses for added revenue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749040" cy="1737360"/>
          </a:xfrm>
          <a:prstGeom prst="rect">
            <a:avLst/>
          </a:prstGeom>
          <a:solidFill>
            <a:srgbClr val="F72585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Tiered pricing strategy to cater to diverse user needs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53035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 Potential to increase revenue to ₹3,000 per customer per month with premium services expansion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51560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2532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3505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4478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5451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7396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8369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9342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0315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1288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2260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6/12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725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TRACTION &amp; VALIDATION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Traction and Validation: Early Stage Development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749040" cy="17373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Product development in progress, with testing and user validation to follow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325880"/>
            <a:ext cx="3749040" cy="1737360"/>
          </a:xfrm>
          <a:prstGeom prst="rect">
            <a:avLst/>
          </a:prstGeom>
          <a:solidFill>
            <a:srgbClr val="4361EE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No early users, pilot customers, signups, or letters of intent secured to 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749040" cy="1737360"/>
          </a:xfrm>
          <a:prstGeom prst="rect">
            <a:avLst/>
          </a:prstGeom>
          <a:solidFill>
            <a:srgbClr val="F72585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No external feedback from potential customers or industry experts has been gathered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53035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 Development progress is on track, with key milestones to be achieved in the coming months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51560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2532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3505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4478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5451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73968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8369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9342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0315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1288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2260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7/12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20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Unique Solution in a Competitive Market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749040" cy="17373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Outcompeting 1mg with offline capabilities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325880"/>
            <a:ext cx="3749040" cy="1737360"/>
          </a:xfrm>
          <a:prstGeom prst="rect">
            <a:avLst/>
          </a:prstGeom>
          <a:solidFill>
            <a:srgbClr val="4361EE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Offering high-quality solutions at a lower cost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749040" cy="1737360"/>
          </a:xfrm>
          <a:prstGeom prst="rect">
            <a:avLst/>
          </a:prstGeom>
          <a:solidFill>
            <a:srgbClr val="F72585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Catering to the Telugu-speaking market with personalized support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53035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 70% of customers prefer personalized support in their native language, giving us a unique edge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51560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2532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3505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4478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5451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7396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83696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9342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0315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1288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2260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8/12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GO-TO-MARKET 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Go-To-Market Strategy for Rapid Customer Acquisition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749040" cy="17373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Targeting a vast market of 100 million potential customers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325880"/>
            <a:ext cx="3749040" cy="1737360"/>
          </a:xfrm>
          <a:prstGeom prst="rect">
            <a:avLst/>
          </a:prstGeom>
          <a:solidFill>
            <a:srgbClr val="4361EE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Focusing on high-impact marketing channels, including strategic partnerships with hospitals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749040" cy="1737360"/>
          </a:xfrm>
          <a:prstGeom prst="rect">
            <a:avLst/>
          </a:prstGeom>
          <a:solidFill>
            <a:srgbClr val="F72585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Executing a phased launch plan to drive growth and scale across major cities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53035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 Phased launch plan to reach scale in just six months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51560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2532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3505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4478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5451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7396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8369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93424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0315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1288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2260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9/12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725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Experienced Founders, Expert Mentors, and a Shared Vision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749040" cy="17373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Rohan Jain, CEO: 5+ years of coding experience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325880"/>
            <a:ext cx="3749040" cy="1737360"/>
          </a:xfrm>
          <a:prstGeom prst="rect">
            <a:avLst/>
          </a:prstGeom>
          <a:solidFill>
            <a:srgbClr val="4361EE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Aisha Sharma, CMO: Digital marketing expertise from IIM Bangalore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749040" cy="1737360"/>
          </a:xfrm>
          <a:prstGeom prst="rect">
            <a:avLst/>
          </a:prstGeom>
          <a:solidFill>
            <a:srgbClr val="F72585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Guided by Prof. Rahul Sharma and entrepreneur Anand Jain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53035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 Backed by mentors from IIT Delhi and successful ed-tech entrepreneurs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51560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2532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3505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4478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5451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7396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8369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9342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03152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1288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2260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10/12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20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FINANCIALS &amp;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Scaling with Strong Financials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749040" cy="17373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₹50 lakhs revenue in Year 1, ₹2 crores in Year 2, and ₹5 crores in Year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325880"/>
            <a:ext cx="3749040" cy="1737360"/>
          </a:xfrm>
          <a:prstGeom prst="rect">
            <a:avLst/>
          </a:prstGeom>
          <a:solidFill>
            <a:srgbClr val="4361EE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Seeking ₹50 lakhs in funding to drive growth and product development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749040" cy="1737360"/>
          </a:xfrm>
          <a:prstGeom prst="rect">
            <a:avLst/>
          </a:prstGeom>
          <a:solidFill>
            <a:srgbClr val="F72585">
              <a:alpha val="15000"/>
            </a:srgbClr>
          </a:solidFill>
          <a:ln w="6350">
            <a:solidFill>
              <a:srgbClr val="4361E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25880"/>
            <a:ext cx="3749040" cy="914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60% of funds allocated to product development, 20% to marketing, and 20% to operational costs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53035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61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 ₹5 crores in projected revenue by Year 3, with a path to profitability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51560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2532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3505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4478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5451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7396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8369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9342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0315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12880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72260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11/12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 Join the Movement to Revolutionize Education in India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54864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828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empower 1 million+ students and transform India's literacy rates with a $500,000 investment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25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✦ ₹50 lakhs investment in exchange for 10% equity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25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✦ Scale our platform to create a pan-India impact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258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✦ Empower thousands of students with accessible and affordable education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Together, we can bridge the gap and create a brighter future for millions of students across India, with a vision to become a leading ed-tech platform in the next 5 years.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Biz Vision Demo Day 2025 | SRKR Engineering College (A) | Powered by IIC &amp; MoE Innovation Cell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432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 BIZ VISION DEMO DAY | SRKR ENGINEERING COLLEGE (A)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051560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2532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3505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4478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5451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6424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73968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83696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93424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03152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12880" y="6583680"/>
            <a:ext cx="914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22608" y="6583680"/>
            <a:ext cx="164592" cy="73152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95760" y="6537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12/12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</dc:title>
  <dc:subject>PptxGenJS Presentation</dc:subject>
  <dc:creator>PitchCraft — Biz Vision Demo Day</dc:creator>
  <cp:lastModifiedBy>PitchCraft — Biz Vision Demo Day</cp:lastModifiedBy>
  <cp:revision>1</cp:revision>
  <dcterms:created xsi:type="dcterms:W3CDTF">2026-05-15T01:06:22Z</dcterms:created>
  <dcterms:modified xsi:type="dcterms:W3CDTF">2026-05-15T01:06:22Z</dcterms:modified>
</cp:coreProperties>
</file>